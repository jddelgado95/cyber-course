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render this file:
     VS Code: install "Marp for VS Code" extension, open this file, click the preview icon
     CLI:     npm install -g @marp-team/marp-cli
              marp presentation.md --pdf        (export to PDF)
              marp presentation.md --html       (export to 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Foundations</dc:title>
  <dc:subject>PptxGenJS Presentation</dc:subject>
  <dc:creator>Created by Marp</dc:creator>
  <cp:lastModifiedBy>Created by Marp</cp:lastModifiedBy>
  <cp:revision>1</cp:revision>
  <dcterms:created xsi:type="dcterms:W3CDTF">2026-05-16T16:27:53Z</dcterms:created>
  <dcterms:modified xsi:type="dcterms:W3CDTF">2026-05-16T16:27:53Z</dcterms:modified>
</cp:coreProperties>
</file>